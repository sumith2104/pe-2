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5" r:id="rId3"/>
    <p:sldId id="264" r:id="rId4"/>
    <p:sldId id="258" r:id="rId5"/>
    <p:sldId id="260" r:id="rId6"/>
    <p:sldId id="261" r:id="rId7"/>
    <p:sldId id="262" r:id="rId8"/>
    <p:sldId id="266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93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6242F-3DDF-4036-B86B-FA35F07D3D1D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0EE31-2B5F-4927-BFE8-55F967F8E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32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0EE31-2B5F-4927-BFE8-55F967F8EDB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52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063DF40-A8A3-4DA3-BD7C-9127AEC766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2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29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AB86D0-B768-4562-89BC-E8787C2A99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46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D7F70-3C44-4A10-B402-237D081EF6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9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C37DAC8-FAEE-4EBF-9802-8F4C1CDBA5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8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4F67EE-8DD9-4074-B7FD-52ECB918F0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41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6A4F2C6-3A16-428D-8890-8CD81BD777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51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ABE1673-0D0B-4441-9CB1-B21E39A3144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02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214C546-1FC5-4073-85DF-A5463AB3A4F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07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58E50A4-9416-4E34-AD0E-4D28205B3A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3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F098787-47D2-48A9-9C71-66F5A7452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1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64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8"/>
            </a:lvl1pPr>
            <a:lvl2pPr marL="0" indent="120547" algn="ctr">
              <a:spcBef>
                <a:spcPts val="0"/>
              </a:spcBef>
              <a:buSzTx/>
              <a:buNone/>
              <a:defRPr sz="1688"/>
            </a:lvl2pPr>
            <a:lvl3pPr marL="0" indent="241093" algn="ctr">
              <a:spcBef>
                <a:spcPts val="0"/>
              </a:spcBef>
              <a:buSzTx/>
              <a:buNone/>
              <a:defRPr sz="1688"/>
            </a:lvl3pPr>
            <a:lvl4pPr marL="0" indent="361640" algn="ctr">
              <a:spcBef>
                <a:spcPts val="0"/>
              </a:spcBef>
              <a:buSzTx/>
              <a:buNone/>
              <a:defRPr sz="1688"/>
            </a:lvl4pPr>
            <a:lvl5pPr marL="0" indent="482186" algn="ctr">
              <a:spcBef>
                <a:spcPts val="0"/>
              </a:spcBef>
              <a:buSzTx/>
              <a:buNone/>
              <a:defRPr sz="1688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71759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900"/>
            </a:lvl1pPr>
            <a:lvl2pPr lvl="1">
              <a:spcBef>
                <a:spcPts val="0"/>
              </a:spcBef>
              <a:buSzPct val="100000"/>
              <a:defRPr sz="900"/>
            </a:lvl2pPr>
            <a:lvl3pPr lvl="2">
              <a:spcBef>
                <a:spcPts val="0"/>
              </a:spcBef>
              <a:buSzPct val="100000"/>
              <a:defRPr sz="900"/>
            </a:lvl3pPr>
            <a:lvl4pPr lvl="3">
              <a:spcBef>
                <a:spcPts val="0"/>
              </a:spcBef>
              <a:buSzPct val="100000"/>
              <a:defRPr sz="900"/>
            </a:lvl4pPr>
            <a:lvl5pPr lvl="4">
              <a:spcBef>
                <a:spcPts val="0"/>
              </a:spcBef>
              <a:buSzPct val="100000"/>
              <a:defRPr sz="900"/>
            </a:lvl5pPr>
            <a:lvl6pPr lvl="5">
              <a:spcBef>
                <a:spcPts val="0"/>
              </a:spcBef>
              <a:buSzPct val="100000"/>
              <a:defRPr sz="900"/>
            </a:lvl6pPr>
            <a:lvl7pPr lvl="6">
              <a:spcBef>
                <a:spcPts val="0"/>
              </a:spcBef>
              <a:buSzPct val="100000"/>
              <a:defRPr sz="900"/>
            </a:lvl7pPr>
            <a:lvl8pPr lvl="7">
              <a:spcBef>
                <a:spcPts val="0"/>
              </a:spcBef>
              <a:buSzPct val="100000"/>
              <a:defRPr sz="900"/>
            </a:lvl8pPr>
            <a:lvl9pPr lvl="8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prstClr val="white"/>
                </a:solidFill>
              </a:rPr>
              <a:pPr/>
              <a:t>‹#›</a:t>
            </a:fld>
            <a:endParaRPr lang="e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633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020015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1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842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46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342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7499" b="1" i="1" u="none" strike="noStrike" kern="1200" cap="none" spc="-48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64034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626821" y="584452"/>
            <a:ext cx="851717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9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318EF9-5429-7E24-EC63-9111D16688B0}"/>
              </a:ext>
            </a:extLst>
          </p:cNvPr>
          <p:cNvSpPr txBox="1">
            <a:spLocks/>
          </p:cNvSpPr>
          <p:nvPr/>
        </p:nvSpPr>
        <p:spPr>
          <a:xfrm>
            <a:off x="628650" y="1325882"/>
            <a:ext cx="7886700" cy="812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Gym-Track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64E15-1E9F-AD1D-B675-8AFDFCC21E9C}"/>
              </a:ext>
            </a:extLst>
          </p:cNvPr>
          <p:cNvSpPr txBox="1"/>
          <p:nvPr/>
        </p:nvSpPr>
        <p:spPr>
          <a:xfrm>
            <a:off x="1627632" y="2063419"/>
            <a:ext cx="588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Intelligent Workout and Performance Monitoring Application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DA602-7043-00AF-3047-648E4E1F1C5F}"/>
              </a:ext>
            </a:extLst>
          </p:cNvPr>
          <p:cNvSpPr txBox="1"/>
          <p:nvPr/>
        </p:nvSpPr>
        <p:spPr>
          <a:xfrm>
            <a:off x="3163824" y="2828835"/>
            <a:ext cx="2816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Sumith U (R24EA807)</a:t>
            </a:r>
            <a:r>
              <a:rPr lang="en-IN" dirty="0"/>
              <a:t> </a:t>
            </a:r>
          </a:p>
          <a:p>
            <a:pPr algn="ctr"/>
            <a:r>
              <a:rPr lang="en-IN" b="1" dirty="0"/>
              <a:t>Shree Hari (R23EA116)</a:t>
            </a:r>
            <a:r>
              <a:rPr lang="en-IN" dirty="0"/>
              <a:t> </a:t>
            </a:r>
          </a:p>
          <a:p>
            <a:pPr algn="ctr"/>
            <a:r>
              <a:rPr lang="en-IN" b="1" dirty="0" err="1"/>
              <a:t>Shailash</a:t>
            </a:r>
            <a:r>
              <a:rPr lang="en-IN" b="1" dirty="0"/>
              <a:t> (R23EA113)</a:t>
            </a:r>
            <a:r>
              <a:rPr lang="en-IN" dirty="0"/>
              <a:t> </a:t>
            </a:r>
          </a:p>
          <a:p>
            <a:pPr algn="ctr"/>
            <a:r>
              <a:rPr lang="en-IN" b="1" dirty="0"/>
              <a:t>Manoj S M (R24EA802)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96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EC503E-F024-4971-C778-5C3DDD304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058" y="768098"/>
            <a:ext cx="7886700" cy="812849"/>
          </a:xfrm>
        </p:spPr>
        <p:txBody>
          <a:bodyPr>
            <a:normAutofit/>
          </a:bodyPr>
          <a:lstStyle/>
          <a:p>
            <a:r>
              <a:rPr lang="en-US" dirty="0"/>
              <a:t>What problem your innovation is trying to solve?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338B1-5BD4-4D8D-E700-107C774E8824}"/>
              </a:ext>
            </a:extLst>
          </p:cNvPr>
          <p:cNvSpPr txBox="1"/>
          <p:nvPr/>
        </p:nvSpPr>
        <p:spPr>
          <a:xfrm>
            <a:off x="464058" y="1705309"/>
            <a:ext cx="81953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gym-goers and fitness enthusiasts struggle to stay consistent and monitor their actual progress.</a:t>
            </a:r>
            <a:br>
              <a:rPr lang="en-US" dirty="0"/>
            </a:br>
            <a:r>
              <a:rPr lang="en-US" dirty="0"/>
              <a:t>Existing fitness apps only provide basic workout logging or step tracking, failing to analyze real performance trends or offer motivation.</a:t>
            </a:r>
            <a:br>
              <a:rPr lang="en-US" dirty="0"/>
            </a:br>
            <a:r>
              <a:rPr lang="en-US" dirty="0"/>
              <a:t>This often leads to inconsistent progress, lack of personalized guidance, and low engagement.</a:t>
            </a:r>
          </a:p>
          <a:p>
            <a:r>
              <a:rPr lang="en-US" b="1" dirty="0" err="1"/>
              <a:t>GymTrack</a:t>
            </a:r>
            <a:r>
              <a:rPr lang="en-US" dirty="0"/>
              <a:t> solves this by offering an </a:t>
            </a:r>
            <a:r>
              <a:rPr lang="en-US" b="1" dirty="0"/>
              <a:t>AI-driven fitness management system</a:t>
            </a:r>
            <a:r>
              <a:rPr lang="en-US" dirty="0"/>
              <a:t> that automatically tracks workouts, monitors progress, and provides personalized insights and recovery suggestions — helping users stay disciplined, motivated, and focused on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44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Product/ Solution - Innovation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30143-2BEF-9D9C-3F96-BEFDB4B77EDD}"/>
              </a:ext>
            </a:extLst>
          </p:cNvPr>
          <p:cNvSpPr txBox="1"/>
          <p:nvPr/>
        </p:nvSpPr>
        <p:spPr>
          <a:xfrm>
            <a:off x="411480" y="1069848"/>
            <a:ext cx="839419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Traditional fitness tracking apps focus only on manual logs or calorie counts.</a:t>
            </a:r>
            <a:br>
              <a:rPr lang="en-US" dirty="0"/>
            </a:br>
            <a:r>
              <a:rPr lang="en-US" dirty="0"/>
              <a:t>While useful, they lack personalization, real-time feedback, and intelligent insights.</a:t>
            </a:r>
            <a:br>
              <a:rPr lang="en-US" dirty="0"/>
            </a:br>
            <a:r>
              <a:rPr lang="en-US" dirty="0"/>
              <a:t>This leads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deep understanding of fitness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data visualization or motivation.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Inaccurate self-assessment.</a:t>
            </a:r>
          </a:p>
          <a:p>
            <a:endParaRPr lang="en-US" dirty="0"/>
          </a:p>
          <a:p>
            <a:r>
              <a:rPr lang="en-US" b="1" dirty="0"/>
              <a:t>Our Innovation – </a:t>
            </a:r>
            <a:r>
              <a:rPr lang="en-US" b="1" dirty="0" err="1"/>
              <a:t>GymTrack</a:t>
            </a:r>
            <a:r>
              <a:rPr lang="en-US" b="1" dirty="0"/>
              <a:t> Application:</a:t>
            </a:r>
            <a:br>
              <a:rPr lang="en-US" dirty="0"/>
            </a:br>
            <a:r>
              <a:rPr lang="en-US" dirty="0"/>
              <a:t>💪 </a:t>
            </a:r>
            <a:r>
              <a:rPr lang="en-US" b="1" dirty="0"/>
              <a:t>Smart Workout Tracker</a:t>
            </a:r>
            <a:r>
              <a:rPr lang="en-US" dirty="0"/>
              <a:t> – Automatically logs exercises, reps, and sets.</a:t>
            </a:r>
            <a:br>
              <a:rPr lang="en-US" dirty="0"/>
            </a:br>
            <a:r>
              <a:rPr lang="en-US" dirty="0"/>
              <a:t>📈 </a:t>
            </a:r>
            <a:r>
              <a:rPr lang="en-US" b="1" dirty="0"/>
              <a:t>AI Progress Analyzer</a:t>
            </a:r>
            <a:r>
              <a:rPr lang="en-US" dirty="0"/>
              <a:t> – Tracks performance trends and predicts improvement zones.</a:t>
            </a:r>
            <a:br>
              <a:rPr lang="en-US" dirty="0"/>
            </a:br>
            <a:r>
              <a:rPr lang="en-US" dirty="0"/>
              <a:t>🧠 </a:t>
            </a:r>
            <a:r>
              <a:rPr lang="en-US" b="1" dirty="0"/>
              <a:t>Personalized Recommendations</a:t>
            </a:r>
            <a:r>
              <a:rPr lang="en-US" dirty="0"/>
              <a:t> – Suggests exercises, rest days, and nutrition insights.</a:t>
            </a:r>
            <a:br>
              <a:rPr lang="en-US" dirty="0"/>
            </a:br>
            <a:r>
              <a:rPr lang="en-US" dirty="0"/>
              <a:t>🤖 </a:t>
            </a:r>
            <a:r>
              <a:rPr lang="en-US" b="1" dirty="0"/>
              <a:t>AI Coach Chatbot</a:t>
            </a:r>
            <a:r>
              <a:rPr lang="en-US" dirty="0"/>
              <a:t> – Guides users through plans and motivation tips.</a:t>
            </a:r>
            <a:br>
              <a:rPr lang="en-US" dirty="0"/>
            </a:br>
            <a:r>
              <a:rPr lang="en-US" dirty="0"/>
              <a:t>🎯 </a:t>
            </a:r>
            <a:r>
              <a:rPr lang="en-US" b="1" dirty="0"/>
              <a:t>Progress Visualization Dashboard</a:t>
            </a:r>
            <a:r>
              <a:rPr lang="en-US" dirty="0"/>
              <a:t> – Simple charts for weekly and monthly goals.</a:t>
            </a:r>
          </a:p>
          <a:p>
            <a:endParaRPr lang="en-US" dirty="0"/>
          </a:p>
          <a:p>
            <a:r>
              <a:rPr lang="en-US" dirty="0" err="1"/>
              <a:t>GymTrack</a:t>
            </a:r>
            <a:r>
              <a:rPr lang="en-US" dirty="0"/>
              <a:t> is a </a:t>
            </a:r>
            <a:r>
              <a:rPr lang="en-US" b="1" dirty="0"/>
              <a:t>data-driven, AI-powered</a:t>
            </a:r>
            <a:r>
              <a:rPr lang="en-US" dirty="0"/>
              <a:t> fitness platform that redefines how users manage health and progress.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30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Product/ Solution - Readiness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41591-36F0-E17B-9810-237BD210F084}"/>
              </a:ext>
            </a:extLst>
          </p:cNvPr>
          <p:cNvSpPr txBox="1"/>
          <p:nvPr/>
        </p:nvSpPr>
        <p:spPr>
          <a:xfrm>
            <a:off x="635508" y="1097280"/>
            <a:ext cx="78729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🏗️ </a:t>
            </a:r>
            <a:r>
              <a:rPr lang="en-IN" b="1" dirty="0"/>
              <a:t>Stage of Product / Solution Development — </a:t>
            </a:r>
            <a:r>
              <a:rPr lang="en-IN" b="1" dirty="0" err="1"/>
              <a:t>GymTrack</a:t>
            </a:r>
            <a:r>
              <a:rPr lang="en-IN" b="1" dirty="0"/>
              <a:t>: AI-Based Fitness Tracking System</a:t>
            </a:r>
          </a:p>
          <a:p>
            <a:br>
              <a:rPr lang="en-IN" dirty="0"/>
            </a:br>
            <a:r>
              <a:rPr lang="en-IN" b="1" dirty="0"/>
              <a:t>Current Stage:</a:t>
            </a:r>
            <a:r>
              <a:rPr lang="en-IN" dirty="0"/>
              <a:t> Wireframe Design &amp; Proof of Concept (PoC)</a:t>
            </a:r>
          </a:p>
          <a:p>
            <a:r>
              <a:rPr lang="en-IN" b="1" dirty="0"/>
              <a:t>Overview:</a:t>
            </a:r>
            <a:br>
              <a:rPr lang="en-IN" dirty="0"/>
            </a:br>
            <a:r>
              <a:rPr lang="en-IN" dirty="0" err="1"/>
              <a:t>GymTrack</a:t>
            </a:r>
            <a:r>
              <a:rPr lang="en-IN" dirty="0"/>
              <a:t> is in the </a:t>
            </a:r>
            <a:r>
              <a:rPr lang="en-IN" b="1" dirty="0"/>
              <a:t>prototype development phase</a:t>
            </a:r>
            <a:r>
              <a:rPr lang="en-IN" dirty="0"/>
              <a:t>, focusing on workout tracking and AI recommendation modules.</a:t>
            </a:r>
          </a:p>
          <a:p>
            <a:br>
              <a:rPr lang="en-IN" dirty="0"/>
            </a:br>
            <a:r>
              <a:rPr lang="en-IN" dirty="0"/>
              <a:t>We’ve completed </a:t>
            </a:r>
            <a:r>
              <a:rPr lang="en-IN" b="1" dirty="0"/>
              <a:t>user personas</a:t>
            </a:r>
            <a:r>
              <a:rPr lang="en-IN" dirty="0"/>
              <a:t>, </a:t>
            </a:r>
            <a:r>
              <a:rPr lang="en-IN" b="1" dirty="0"/>
              <a:t>product requirement specification</a:t>
            </a:r>
            <a:r>
              <a:rPr lang="en-IN" dirty="0"/>
              <a:t>, and </a:t>
            </a:r>
            <a:r>
              <a:rPr lang="en-IN" b="1" dirty="0"/>
              <a:t>UI mock-ups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Completed Stages: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Ideation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Ideal Customer Profile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Customer Persona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Problem &amp; Solution Definition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Initial Wireframe Design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DC57F75-D0E4-7BF9-6C3D-8A67BBDD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</p:spPr>
        <p:txBody>
          <a:bodyPr>
            <a:normAutofit/>
          </a:bodyPr>
          <a:lstStyle/>
          <a:p>
            <a:r>
              <a:rPr lang="en-IN" dirty="0"/>
              <a:t>Team Size, Background, Strength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9AF1D-8C82-A4A6-748C-915F64D3B0E1}"/>
              </a:ext>
            </a:extLst>
          </p:cNvPr>
          <p:cNvSpPr txBox="1"/>
          <p:nvPr/>
        </p:nvSpPr>
        <p:spPr>
          <a:xfrm>
            <a:off x="628650" y="812851"/>
            <a:ext cx="78867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Sumith U (R24EA807)</a:t>
            </a:r>
            <a:r>
              <a:rPr lang="en-IN" dirty="0"/>
              <a:t> – </a:t>
            </a:r>
            <a:r>
              <a:rPr lang="en-IN" i="1" dirty="0"/>
              <a:t>Team Lead &amp; Backend Developer</a:t>
            </a:r>
            <a:br>
              <a:rPr lang="en-IN" dirty="0"/>
            </a:br>
            <a:r>
              <a:rPr lang="en-IN" dirty="0"/>
              <a:t>→ Handles database design (PostgreSQL), server APIs, and authentication.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Shree Hari (R23EA116)</a:t>
            </a:r>
            <a:r>
              <a:rPr lang="en-IN" dirty="0"/>
              <a:t> – </a:t>
            </a:r>
            <a:r>
              <a:rPr lang="en-IN" i="1" dirty="0"/>
              <a:t>Frontend Developer</a:t>
            </a:r>
            <a:br>
              <a:rPr lang="en-IN" dirty="0"/>
            </a:br>
            <a:r>
              <a:rPr lang="en-IN" dirty="0"/>
              <a:t>→ Creates intuitive interfaces and user flows for fitness visualization.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err="1"/>
              <a:t>Shailash</a:t>
            </a:r>
            <a:r>
              <a:rPr lang="en-IN" b="1" dirty="0"/>
              <a:t> (R23EA113)</a:t>
            </a:r>
            <a:r>
              <a:rPr lang="en-IN" dirty="0"/>
              <a:t> – Database and Integrations</a:t>
            </a:r>
            <a:br>
              <a:rPr lang="en-IN" dirty="0"/>
            </a:br>
            <a:r>
              <a:rPr lang="en-IN" dirty="0"/>
              <a:t>→ Integrates APIs, workout components, and responsive UI.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Manoj S M (R24EA802)</a:t>
            </a:r>
            <a:r>
              <a:rPr lang="en-IN" dirty="0"/>
              <a:t> – </a:t>
            </a:r>
            <a:r>
              <a:rPr lang="en-IN" i="1" dirty="0"/>
              <a:t>Tester</a:t>
            </a:r>
            <a:br>
              <a:rPr lang="en-IN" dirty="0"/>
            </a:br>
            <a:r>
              <a:rPr lang="en-IN" dirty="0"/>
              <a:t>→ Builds AI-based workout recommendation and performance tracking engine.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Team Strength:</a:t>
            </a:r>
            <a:br>
              <a:rPr lang="en-IN" dirty="0"/>
            </a:br>
            <a:r>
              <a:rPr lang="en-IN" dirty="0"/>
              <a:t>A technically skilled and balanced team with expertise in </a:t>
            </a:r>
            <a:r>
              <a:rPr lang="en-IN" b="1" dirty="0"/>
              <a:t>AI, full-stack web</a:t>
            </a:r>
          </a:p>
          <a:p>
            <a:pPr>
              <a:buNone/>
            </a:pPr>
            <a:r>
              <a:rPr lang="en-IN" b="1" dirty="0"/>
              <a:t>development, and UI design</a:t>
            </a:r>
            <a:r>
              <a:rPr lang="en-IN" dirty="0"/>
              <a:t>, capable of developing an intelligent, reliable fitness tracking solution.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Market Landscape - Market Potential, Competitors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E3E001-71F5-89B7-ABF3-6440DBE28B31}"/>
              </a:ext>
            </a:extLst>
          </p:cNvPr>
          <p:cNvSpPr txBox="1"/>
          <p:nvPr/>
        </p:nvSpPr>
        <p:spPr>
          <a:xfrm>
            <a:off x="628650" y="1166843"/>
            <a:ext cx="78867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Market Overview – </a:t>
            </a:r>
            <a:r>
              <a:rPr lang="en-US" b="1" dirty="0" err="1"/>
              <a:t>GymTrack</a:t>
            </a:r>
            <a:br>
              <a:rPr lang="en-US" dirty="0"/>
            </a:br>
            <a:r>
              <a:rPr lang="en-US" dirty="0"/>
              <a:t>India’s fitness industry is valued at </a:t>
            </a:r>
            <a:r>
              <a:rPr lang="en-US" b="1" dirty="0"/>
              <a:t>₹9,000+ crore</a:t>
            </a:r>
            <a:r>
              <a:rPr lang="en-US" dirty="0"/>
              <a:t> and continues to grow rapidly with increasing health awareness.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Target Users:</a:t>
            </a:r>
            <a:br>
              <a:rPr lang="en-US" dirty="0"/>
            </a:br>
            <a:r>
              <a:rPr lang="en-US" dirty="0"/>
              <a:t>Students, working professionals, and gym enthusiasts aged </a:t>
            </a:r>
            <a:r>
              <a:rPr lang="en-US" b="1" dirty="0"/>
              <a:t>18–35</a:t>
            </a:r>
            <a:r>
              <a:rPr lang="en-US" dirty="0"/>
              <a:t> who want structured, data-driven fitness support.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Competitors:</a:t>
            </a:r>
            <a:br>
              <a:rPr lang="en-US" dirty="0"/>
            </a:br>
            <a:r>
              <a:rPr lang="en-US" dirty="0" err="1"/>
              <a:t>Fittr</a:t>
            </a:r>
            <a:r>
              <a:rPr lang="en-US" dirty="0"/>
              <a:t>, </a:t>
            </a:r>
            <a:r>
              <a:rPr lang="en-US" dirty="0" err="1"/>
              <a:t>HealthifyMe</a:t>
            </a:r>
            <a:r>
              <a:rPr lang="en-US" dirty="0"/>
              <a:t>, </a:t>
            </a:r>
            <a:r>
              <a:rPr lang="en-US" dirty="0" err="1"/>
              <a:t>CultFit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Our Uniqueness:</a:t>
            </a:r>
            <a:br>
              <a:rPr lang="en-US" dirty="0"/>
            </a:br>
            <a:r>
              <a:rPr lang="en-US" dirty="0"/>
              <a:t>🏋️ Personalized AI feedback, not just calorie tracking.</a:t>
            </a:r>
            <a:br>
              <a:rPr lang="en-US" dirty="0"/>
            </a:br>
            <a:r>
              <a:rPr lang="en-US" dirty="0"/>
              <a:t>📊 Easy visual analytics and performance predictions.</a:t>
            </a:r>
            <a:br>
              <a:rPr lang="en-US" dirty="0"/>
            </a:br>
            <a:r>
              <a:rPr lang="en-US" dirty="0"/>
              <a:t>🤝 Trainer–client integration for guided plans.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Business Model &amp;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BA68A-C81E-93FB-4064-6E5AC712DEEA}"/>
              </a:ext>
            </a:extLst>
          </p:cNvPr>
          <p:cNvSpPr txBox="1"/>
          <p:nvPr/>
        </p:nvSpPr>
        <p:spPr>
          <a:xfrm>
            <a:off x="628650" y="1028343"/>
            <a:ext cx="78867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Revenue Model: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Freemium App:</a:t>
            </a:r>
            <a:r>
              <a:rPr lang="en-US" dirty="0"/>
              <a:t> Basic tracking free; AI insights &amp; reports via monthly/yearly subscriptions.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Trainer Partnerships:</a:t>
            </a:r>
            <a:r>
              <a:rPr lang="en-US" dirty="0"/>
              <a:t> Revenue-sharing with fitness trainers or gyms for integrated use.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Advertisements:</a:t>
            </a:r>
            <a:r>
              <a:rPr lang="en-US" dirty="0"/>
              <a:t> Collaborations with health brands.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None/>
            </a:pPr>
            <a:r>
              <a:rPr lang="en-US" b="1" dirty="0"/>
              <a:t>Business Model:</a:t>
            </a:r>
            <a:br>
              <a:rPr lang="en-US" dirty="0"/>
            </a:br>
            <a:r>
              <a:rPr lang="en-US" b="1" dirty="0"/>
              <a:t>Primary:</a:t>
            </a:r>
            <a:r>
              <a:rPr lang="en-US" dirty="0"/>
              <a:t> B2C (individual users)</a:t>
            </a:r>
            <a:br>
              <a:rPr lang="en-US" dirty="0"/>
            </a:br>
            <a:r>
              <a:rPr lang="en-US" b="1" dirty="0"/>
              <a:t>Future:</a:t>
            </a:r>
            <a:r>
              <a:rPr lang="en-US" dirty="0"/>
              <a:t> B2B (gyms, trainers, and fitness centers for management dashboards)</a:t>
            </a:r>
          </a:p>
          <a:p>
            <a:pPr>
              <a:buNone/>
            </a:pPr>
            <a:r>
              <a:rPr lang="en-US" b="1" dirty="0"/>
              <a:t>Growth Plan:</a:t>
            </a:r>
            <a:br>
              <a:rPr lang="en-US" dirty="0"/>
            </a:br>
            <a:r>
              <a:rPr lang="en-US" dirty="0"/>
              <a:t>Aim for </a:t>
            </a:r>
            <a:r>
              <a:rPr lang="en-US" b="1" dirty="0"/>
              <a:t>20–30% annual growth</a:t>
            </a:r>
            <a:r>
              <a:rPr lang="en-US" dirty="0"/>
              <a:t> through feature expansion, partnerships, and user referrals.</a:t>
            </a:r>
            <a:br>
              <a:rPr lang="en-US" dirty="0"/>
            </a:br>
            <a:r>
              <a:rPr lang="en-US" b="1" dirty="0"/>
              <a:t>Channels:</a:t>
            </a:r>
            <a:r>
              <a:rPr lang="en-US" dirty="0"/>
              <a:t> Mobile app, web dashboard, and social media fitness communities.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Product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FF1DE-1471-72D4-E1CE-AFBBC1A94B41}"/>
              </a:ext>
            </a:extLst>
          </p:cNvPr>
          <p:cNvSpPr txBox="1"/>
          <p:nvPr/>
        </p:nvSpPr>
        <p:spPr>
          <a:xfrm>
            <a:off x="628650" y="1655725"/>
            <a:ext cx="7886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MVP (IA2)</a:t>
            </a:r>
            <a:r>
              <a:rPr lang="en-US" dirty="0"/>
              <a:t> – Core tracking features and AI-based workout suggestion system with live data visualization.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Final Product Demo (SEE)</a:t>
            </a:r>
            <a:r>
              <a:rPr lang="en-US" dirty="0"/>
              <a:t> – Fully functional </a:t>
            </a:r>
            <a:r>
              <a:rPr lang="en-US" dirty="0" err="1"/>
              <a:t>GymTrack</a:t>
            </a:r>
            <a:r>
              <a:rPr lang="en-US" dirty="0"/>
              <a:t> app integrating backend, AI modules, and progress dashboards.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60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Total Budget, Required Support and Regulation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B7E42-B5EF-B3E1-8717-910A6DCD6E05}"/>
              </a:ext>
            </a:extLst>
          </p:cNvPr>
          <p:cNvSpPr txBox="1"/>
          <p:nvPr/>
        </p:nvSpPr>
        <p:spPr>
          <a:xfrm>
            <a:off x="628650" y="1166843"/>
            <a:ext cx="78867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💰 </a:t>
            </a:r>
            <a:r>
              <a:rPr lang="en-IN" b="1" dirty="0"/>
              <a:t>Budget Split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MVP (Prototype):</a:t>
            </a:r>
            <a:r>
              <a:rPr lang="en-IN" dirty="0"/>
              <a:t> ~₹3.0 Lakhs (Core workout tracking, AI model integration, UI prototype)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Final Product:</a:t>
            </a:r>
            <a:r>
              <a:rPr lang="en-IN" dirty="0"/>
              <a:t> ~₹7.5 Lakhs (Advanced AI analytics, trainer integration, cloud scalability, multi-device support)</a:t>
            </a:r>
          </a:p>
          <a:p>
            <a:pPr>
              <a:buNone/>
            </a:pPr>
            <a:r>
              <a:rPr lang="en-IN" dirty="0"/>
              <a:t>🧩 </a:t>
            </a:r>
            <a:r>
              <a:rPr lang="en-IN" b="1" dirty="0"/>
              <a:t>Support Required for Launch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Technical:</a:t>
            </a:r>
            <a:r>
              <a:rPr lang="en-IN" dirty="0"/>
              <a:t> Cloud infrastructure, AI backend compute, secure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Financial:</a:t>
            </a:r>
            <a:r>
              <a:rPr lang="en-IN" dirty="0"/>
              <a:t> Funding for AI enhancement, marketing, and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Partnerships:</a:t>
            </a:r>
            <a:r>
              <a:rPr lang="en-IN" dirty="0"/>
              <a:t> Collaborations with gyms, trainers, and fitness influencers</a:t>
            </a:r>
          </a:p>
          <a:p>
            <a:pPr>
              <a:buNone/>
            </a:pPr>
            <a:r>
              <a:rPr lang="en-IN" dirty="0"/>
              <a:t>⚖️ </a:t>
            </a:r>
            <a:r>
              <a:rPr lang="en-IN" b="1" dirty="0"/>
              <a:t>Regulatory Compliance:</a:t>
            </a:r>
            <a:br>
              <a:rPr lang="en-IN" dirty="0"/>
            </a:br>
            <a:r>
              <a:rPr lang="en-IN" dirty="0"/>
              <a:t>Data privacy (DPDPA 2025), secure data encryption, GST and app store compliance.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841</Words>
  <Application>Microsoft Office PowerPoint</Application>
  <PresentationFormat>On-screen Show (4:3)</PresentationFormat>
  <Paragraphs>70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5_Office Theme</vt:lpstr>
      <vt:lpstr>PowerPoint Presentation</vt:lpstr>
      <vt:lpstr>What problem your innovation is trying to solve?</vt:lpstr>
      <vt:lpstr>Product/ Solution - Innovation</vt:lpstr>
      <vt:lpstr>Product/ Solution - Readiness Level</vt:lpstr>
      <vt:lpstr>Team Size, Background, Strength</vt:lpstr>
      <vt:lpstr>Market Landscape - Market Potential, Competitors</vt:lpstr>
      <vt:lpstr>Business Model &amp; Strategy</vt:lpstr>
      <vt:lpstr>Product Milestones</vt:lpstr>
      <vt:lpstr>Total Budget, Required Support and Regulation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 of PPT -  Application for Pitching</dc:title>
  <dc:creator>Admin</dc:creator>
  <cp:lastModifiedBy>SUMITH 24PB23-27</cp:lastModifiedBy>
  <cp:revision>6</cp:revision>
  <dcterms:created xsi:type="dcterms:W3CDTF">2017-07-03T16:53:36Z</dcterms:created>
  <dcterms:modified xsi:type="dcterms:W3CDTF">2025-10-28T16:47:44Z</dcterms:modified>
</cp:coreProperties>
</file>